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Business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by the Analytics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Revenue grew by </a:t>
            </a:r>
            <a:r>
              <a:rPr sz="1800" b="1">
                <a:solidFill>
                  <a:srgbClr val="008000"/>
                </a:solidFill>
              </a:rPr>
              <a:t>25 percent</a:t>
            </a:r>
            <a:r>
              <a:rPr sz="1800"/>
              <a:t> compared to last quarter.</a:t>
            </a:r>
          </a:p>
          <a:p>
            <a:r>
              <a:rPr sz="1800"/>
              <a:t>Customer satisfaction </a:t>
            </a:r>
            <a:r>
              <a:rPr sz="1800" i="1">
                <a:solidFill>
                  <a:srgbClr val="0000CC"/>
                </a:solidFill>
              </a:rPr>
              <a:t>improved significantly</a:t>
            </a:r>
            <a:r>
              <a:rPr sz="1800"/>
              <a:t> across all regions.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914400">
                <a:tc>
                  <a:txBody>
                    <a:bodyPr/>
                    <a:lstStyle/>
                    <a:p>
                      <a:r>
                        <a:rPr b="1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Revenue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North America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Twelve million dollars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Eight million dollars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Our mission is to deliver excellence.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800080"/>
                </a:solidFill>
              </a:rPr>
              <a:t>Innovation drives our success.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